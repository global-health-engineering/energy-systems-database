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61" r:id="rId2"/>
  </p:sldMasterIdLst>
  <p:notesMasterIdLst>
    <p:notesMasterId r:id="rId6"/>
  </p:notesMasterIdLst>
  <p:sldIdLst>
    <p:sldId id="256" r:id="rId3"/>
    <p:sldId id="348" r:id="rId4"/>
    <p:sldId id="349" r:id="rId5"/>
  </p:sldIdLst>
  <p:sldSz cx="12187238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A7EB"/>
    <a:srgbClr val="1F407A"/>
    <a:srgbClr val="018F8A"/>
    <a:srgbClr val="E7E8EC"/>
    <a:srgbClr val="7FB9AA"/>
    <a:srgbClr val="808080"/>
    <a:srgbClr val="CCCED6"/>
    <a:srgbClr val="E7E8EB"/>
    <a:srgbClr val="B8B8B8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1311" autoAdjust="0"/>
  </p:normalViewPr>
  <p:slideViewPr>
    <p:cSldViewPr snapToGrid="0">
      <p:cViewPr>
        <p:scale>
          <a:sx n="55" d="100"/>
          <a:sy n="55" d="100"/>
        </p:scale>
        <p:origin x="1212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de-DE" sz="4400" b="0" strike="noStrike" spc="-1">
                <a:latin typeface="Calibri"/>
              </a:rPr>
              <a:t>Click to move the slide</a:t>
            </a: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de-DE" sz="2000" b="0" strike="noStrike" spc="-1">
                <a:latin typeface="Calibri"/>
              </a:rPr>
              <a:t>Click to edit the notes format</a:t>
            </a:r>
          </a:p>
        </p:txBody>
      </p:sp>
      <p:sp>
        <p:nvSpPr>
          <p:cNvPr id="2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de-DE" sz="1400" b="0" strike="noStrike" spc="-1">
                <a:latin typeface="Calibri"/>
              </a:rPr>
              <a:t>&lt;header&gt;</a:t>
            </a:r>
          </a:p>
        </p:txBody>
      </p:sp>
      <p:sp>
        <p:nvSpPr>
          <p:cNvPr id="26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lang="de-DE" sz="1400" b="0" strike="noStrike" spc="-1">
                <a:latin typeface="Calibri"/>
              </a:defRPr>
            </a:lvl1pPr>
          </a:lstStyle>
          <a:p>
            <a:pPr algn="r"/>
            <a:r>
              <a:rPr lang="de-DE" sz="1400" b="0" strike="noStrike" spc="-1">
                <a:latin typeface="Calibri"/>
              </a:rPr>
              <a:t>&lt;date/time&gt;</a:t>
            </a:r>
          </a:p>
        </p:txBody>
      </p:sp>
      <p:sp>
        <p:nvSpPr>
          <p:cNvPr id="26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lang="de-DE" sz="1400" b="0" strike="noStrike" spc="-1">
                <a:latin typeface="Calibri"/>
              </a:defRPr>
            </a:lvl1pPr>
          </a:lstStyle>
          <a:p>
            <a:r>
              <a:rPr lang="de-DE" sz="1400" b="0" strike="noStrike" spc="-1">
                <a:latin typeface="Calibri"/>
              </a:rPr>
              <a:t>&lt;footer&gt;</a:t>
            </a:r>
          </a:p>
        </p:txBody>
      </p:sp>
      <p:sp>
        <p:nvSpPr>
          <p:cNvPr id="26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lang="de-DE" sz="1400" b="0" strike="noStrike" spc="-1">
                <a:latin typeface="Calibri"/>
              </a:defRPr>
            </a:lvl1pPr>
          </a:lstStyle>
          <a:p>
            <a:pPr algn="r"/>
            <a:fld id="{7D8D545F-750E-484B-9AE1-17B524082493}" type="slidenum">
              <a:rPr lang="de-DE" sz="1400" b="0" strike="noStrike" spc="-1">
                <a:latin typeface="Calibri"/>
              </a:rPr>
              <a:t>‹#›</a:t>
            </a:fld>
            <a:endParaRPr lang="de-DE" sz="1400" b="0" strike="noStrike" spc="-1"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/>
            <a:fld id="{7D8D545F-750E-484B-9AE1-17B524082493}" type="slidenum">
              <a:rPr lang="de-DE" sz="1400" b="0" strike="noStrike" spc="-1" smtClean="0">
                <a:latin typeface="Calibri"/>
              </a:rPr>
              <a:t>1</a:t>
            </a:fld>
            <a:endParaRPr lang="de-DE" sz="14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7598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3F0B4-C460-9331-6C4E-FF87FCBBB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2909DFCD-5271-F215-010D-36AAEA1D9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44299049-C3FD-6A3F-B7C0-496E1938740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4BA173A3-3A5F-CA76-0E8A-56DED2E0E9DE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2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5192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379A-4DC2-4CD3-D6AF-57C373FBE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FAC93007-7450-AE2E-A0DF-702B45946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9B7C813C-A897-698E-2A97-AB835CB35F8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C81010E7-883C-969C-35F6-A55A1982C9E5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3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7340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F30BDF-0085-BEEE-A44B-4ED0D94D2089}"/>
              </a:ext>
            </a:extLst>
          </p:cNvPr>
          <p:cNvSpPr/>
          <p:nvPr userDrawn="1"/>
        </p:nvSpPr>
        <p:spPr>
          <a:xfrm>
            <a:off x="0" y="603849"/>
            <a:ext cx="12187238" cy="379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85334F-37D0-55BB-4563-90ABA33F9713}"/>
              </a:ext>
            </a:extLst>
          </p:cNvPr>
          <p:cNvSpPr/>
          <p:nvPr userDrawn="1"/>
        </p:nvSpPr>
        <p:spPr>
          <a:xfrm>
            <a:off x="228600" y="6254151"/>
            <a:ext cx="11958637" cy="569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34216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F30BDF-0085-BEEE-A44B-4ED0D94D2089}"/>
              </a:ext>
            </a:extLst>
          </p:cNvPr>
          <p:cNvSpPr/>
          <p:nvPr userDrawn="1"/>
        </p:nvSpPr>
        <p:spPr>
          <a:xfrm>
            <a:off x="0" y="0"/>
            <a:ext cx="12187238" cy="685800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3A0F9662-8F78-CD2E-4F94-83371C9881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973" y="2644219"/>
            <a:ext cx="4357291" cy="156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607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776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22908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22908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31748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802548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12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body"/>
          </p:nvPr>
        </p:nvSpPr>
        <p:spPr>
          <a:xfrm>
            <a:off x="431748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body"/>
          </p:nvPr>
        </p:nvSpPr>
        <p:spPr>
          <a:xfrm>
            <a:off x="802548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776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622908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622908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31748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802548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60912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body"/>
          </p:nvPr>
        </p:nvSpPr>
        <p:spPr>
          <a:xfrm>
            <a:off x="431748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 type="body"/>
          </p:nvPr>
        </p:nvSpPr>
        <p:spPr>
          <a:xfrm>
            <a:off x="802548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552" y="1016000"/>
            <a:ext cx="1072413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1694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marL="0" indent="0" algn="l">
              <a:lnSpc>
                <a:spcPct val="100000"/>
              </a:lnSpc>
              <a:defRPr sz="3599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Mastertitelformat bearbeiten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53" y="360538"/>
            <a:ext cx="176487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96179" y="6489088"/>
            <a:ext cx="1259508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095" y="3860495"/>
            <a:ext cx="4678172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59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7948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54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5894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2662" y="316800"/>
            <a:ext cx="1799297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472855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  <p15:guide id="5" pos="61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20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"/>
          <p:cNvGrpSpPr/>
          <p:nvPr/>
        </p:nvGrpSpPr>
        <p:grpSpPr>
          <a:xfrm>
            <a:off x="-377640" y="-384840"/>
            <a:ext cx="12418560" cy="7159320"/>
            <a:chOff x="-377640" y="-384840"/>
            <a:chExt cx="12418560" cy="7159320"/>
          </a:xfrm>
        </p:grpSpPr>
        <p:sp>
          <p:nvSpPr>
            <p:cNvPr id="25" name="Line 2"/>
            <p:cNvSpPr/>
            <p:nvPr/>
          </p:nvSpPr>
          <p:spPr>
            <a:xfrm flipH="1">
              <a:off x="3214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" name="Line 3"/>
            <p:cNvSpPr/>
            <p:nvPr/>
          </p:nvSpPr>
          <p:spPr>
            <a:xfrm flipH="1">
              <a:off x="1185876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" name="Line 4"/>
            <p:cNvSpPr/>
            <p:nvPr/>
          </p:nvSpPr>
          <p:spPr>
            <a:xfrm>
              <a:off x="-377640" y="342684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4" name="Line 5"/>
            <p:cNvSpPr/>
            <p:nvPr/>
          </p:nvSpPr>
          <p:spPr>
            <a:xfrm>
              <a:off x="-377640" y="76248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5" name="Line 6"/>
            <p:cNvSpPr/>
            <p:nvPr/>
          </p:nvSpPr>
          <p:spPr>
            <a:xfrm>
              <a:off x="-377640" y="63046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6" name="Line 7"/>
            <p:cNvSpPr/>
            <p:nvPr/>
          </p:nvSpPr>
          <p:spPr>
            <a:xfrm>
              <a:off x="-377640" y="62370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7" name="Line 8"/>
            <p:cNvSpPr/>
            <p:nvPr/>
          </p:nvSpPr>
          <p:spPr>
            <a:xfrm>
              <a:off x="-377640" y="67744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8" name="Line 9"/>
            <p:cNvSpPr/>
            <p:nvPr/>
          </p:nvSpPr>
          <p:spPr>
            <a:xfrm flipH="1">
              <a:off x="60940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" name="Line 10"/>
            <p:cNvSpPr/>
            <p:nvPr/>
          </p:nvSpPr>
          <p:spPr>
            <a:xfrm>
              <a:off x="-377640" y="61920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10" name="Line 11"/>
            <p:cNvSpPr/>
            <p:nvPr/>
          </p:nvSpPr>
          <p:spPr>
            <a:xfrm>
              <a:off x="-377640" y="202032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11" name="Line 12"/>
            <p:cNvSpPr/>
            <p:nvPr/>
          </p:nvSpPr>
          <p:spPr>
            <a:xfrm>
              <a:off x="-377640" y="48312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12" name="Line 13"/>
            <p:cNvSpPr/>
            <p:nvPr/>
          </p:nvSpPr>
          <p:spPr>
            <a:xfrm flipH="1">
              <a:off x="141840" y="-384840"/>
              <a:ext cx="72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" name="Line 14"/>
            <p:cNvSpPr/>
            <p:nvPr/>
          </p:nvSpPr>
          <p:spPr>
            <a:xfrm flipH="1">
              <a:off x="1203984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4" name="Group 15"/>
          <p:cNvGrpSpPr/>
          <p:nvPr/>
        </p:nvGrpSpPr>
        <p:grpSpPr>
          <a:xfrm>
            <a:off x="144360" y="152280"/>
            <a:ext cx="11896920" cy="611640"/>
            <a:chOff x="144360" y="152280"/>
            <a:chExt cx="11896920" cy="611640"/>
          </a:xfrm>
        </p:grpSpPr>
        <p:sp>
          <p:nvSpPr>
            <p:cNvPr id="15" name="CustomShape 16"/>
            <p:cNvSpPr/>
            <p:nvPr/>
          </p:nvSpPr>
          <p:spPr>
            <a:xfrm>
              <a:off x="144360" y="152280"/>
              <a:ext cx="11895480" cy="47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" name="CustomShape 17"/>
            <p:cNvSpPr/>
            <p:nvPr/>
          </p:nvSpPr>
          <p:spPr>
            <a:xfrm>
              <a:off x="144360" y="597600"/>
              <a:ext cx="185400" cy="166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" name="CustomShape 18"/>
            <p:cNvSpPr/>
            <p:nvPr/>
          </p:nvSpPr>
          <p:spPr>
            <a:xfrm>
              <a:off x="11855160" y="597600"/>
              <a:ext cx="186120" cy="166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8" name="CustomShape 19"/>
          <p:cNvSpPr/>
          <p:nvPr/>
        </p:nvSpPr>
        <p:spPr>
          <a:xfrm>
            <a:off x="11536200" y="6300360"/>
            <a:ext cx="1400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|</a:t>
            </a:r>
            <a:endParaRPr lang="de-DE" sz="800" b="0" strike="noStrike" spc="-1">
              <a:latin typeface="Calibri"/>
            </a:endParaRPr>
          </a:p>
        </p:txBody>
      </p:sp>
      <p:sp>
        <p:nvSpPr>
          <p:cNvPr id="19" name="CustomShape 20"/>
          <p:cNvSpPr/>
          <p:nvPr/>
        </p:nvSpPr>
        <p:spPr>
          <a:xfrm>
            <a:off x="10779120" y="6300360"/>
            <a:ext cx="1400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|</a:t>
            </a:r>
            <a:endParaRPr lang="de-DE" sz="800" b="0" strike="noStrike" spc="-1">
              <a:latin typeface="Calibri"/>
            </a:endParaRPr>
          </a:p>
        </p:txBody>
      </p:sp>
      <p:pic>
        <p:nvPicPr>
          <p:cNvPr id="20" name="Bild 18"/>
          <p:cNvPicPr/>
          <p:nvPr/>
        </p:nvPicPr>
        <p:blipFill>
          <a:blip r:embed="rId16"/>
          <a:stretch/>
        </p:blipFill>
        <p:spPr>
          <a:xfrm>
            <a:off x="324000" y="306000"/>
            <a:ext cx="969840" cy="157320"/>
          </a:xfrm>
          <a:prstGeom prst="rect">
            <a:avLst/>
          </a:prstGeom>
          <a:ln>
            <a:noFill/>
          </a:ln>
        </p:spPr>
      </p:pic>
      <p:sp>
        <p:nvSpPr>
          <p:cNvPr id="22" name="PlaceHolder 2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de-DE" sz="4400" b="0" strike="noStrike" spc="-1">
                <a:latin typeface="Calibri"/>
              </a:rPr>
              <a:t>Click to edit the title text format</a:t>
            </a:r>
          </a:p>
        </p:txBody>
      </p:sp>
      <p:sp>
        <p:nvSpPr>
          <p:cNvPr id="23" name="PlaceHolder 2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strike="noStrike" spc="-1"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strike="noStrike" spc="-1"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Seventh Outline Level</a:t>
            </a:r>
          </a:p>
        </p:txBody>
      </p:sp>
      <p:pic>
        <p:nvPicPr>
          <p:cNvPr id="32" name="image2.png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C159322-35C9-D99B-4F3B-43A87A5E91B3}"/>
              </a:ext>
            </a:extLst>
          </p:cNvPr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9760" y="6321427"/>
            <a:ext cx="1641603" cy="291520"/>
          </a:xfrm>
          <a:prstGeom prst="rect">
            <a:avLst/>
          </a:prstGeom>
          <a:ln/>
        </p:spPr>
      </p:pic>
      <p:pic>
        <p:nvPicPr>
          <p:cNvPr id="33" name="Picture 32" descr="A green and white logo&#10;&#10;AI-generated content may be incorrect.">
            <a:extLst>
              <a:ext uri="{FF2B5EF4-FFF2-40B4-BE49-F238E27FC236}">
                <a16:creationId xmlns:a16="http://schemas.microsoft.com/office/drawing/2014/main" id="{D6700192-7A2A-2C23-7C44-AA8097E90869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919" y="6278158"/>
            <a:ext cx="1896997" cy="3855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B5D5C86F-D30D-1BC0-2264-C0216FB9A4E2}"/>
              </a:ext>
            </a:extLst>
          </p:cNvPr>
          <p:cNvGrpSpPr/>
          <p:nvPr userDrawn="1"/>
        </p:nvGrpSpPr>
        <p:grpSpPr>
          <a:xfrm>
            <a:off x="8126073" y="6237000"/>
            <a:ext cx="1800074" cy="451996"/>
            <a:chOff x="6989541" y="3673358"/>
            <a:chExt cx="4704160" cy="1299328"/>
          </a:xfrm>
        </p:grpSpPr>
        <p:pic>
          <p:nvPicPr>
            <p:cNvPr id="35" name="Picture 34" descr="A logo of a university&#10;&#10;AI-generated content may be incorrect.">
              <a:extLst>
                <a:ext uri="{FF2B5EF4-FFF2-40B4-BE49-F238E27FC236}">
                  <a16:creationId xmlns:a16="http://schemas.microsoft.com/office/drawing/2014/main" id="{C2487FFE-D340-10A7-FE00-CD0EC9534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967"/>
            <a:stretch>
              <a:fillRect/>
            </a:stretch>
          </p:blipFill>
          <p:spPr bwMode="auto">
            <a:xfrm>
              <a:off x="7837804" y="3891280"/>
              <a:ext cx="3855897" cy="10814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Picture 35" descr="A logo of a university&#10;&#10;AI-generated content may be incorrect.">
              <a:extLst>
                <a:ext uri="{FF2B5EF4-FFF2-40B4-BE49-F238E27FC236}">
                  <a16:creationId xmlns:a16="http://schemas.microsoft.com/office/drawing/2014/main" id="{F948835A-956B-74B6-6B15-1E64B3435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65" t="5477" r="35623" b="39233"/>
            <a:stretch>
              <a:fillRect/>
            </a:stretch>
          </p:blipFill>
          <p:spPr bwMode="auto">
            <a:xfrm>
              <a:off x="6989541" y="3673358"/>
              <a:ext cx="989964" cy="129932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1" r:id="rId2"/>
    <p:sldLayoutId id="2147483702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1"/>
          <p:cNvGrpSpPr/>
          <p:nvPr/>
        </p:nvGrpSpPr>
        <p:grpSpPr>
          <a:xfrm>
            <a:off x="-377640" y="-384840"/>
            <a:ext cx="12418560" cy="7159320"/>
            <a:chOff x="-377640" y="-384840"/>
            <a:chExt cx="12418560" cy="7159320"/>
          </a:xfrm>
        </p:grpSpPr>
        <p:sp>
          <p:nvSpPr>
            <p:cNvPr id="61" name="Line 2"/>
            <p:cNvSpPr/>
            <p:nvPr/>
          </p:nvSpPr>
          <p:spPr>
            <a:xfrm flipH="1">
              <a:off x="3214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2" name="Line 3"/>
            <p:cNvSpPr/>
            <p:nvPr/>
          </p:nvSpPr>
          <p:spPr>
            <a:xfrm flipH="1">
              <a:off x="1185876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3" name="Line 4"/>
            <p:cNvSpPr/>
            <p:nvPr/>
          </p:nvSpPr>
          <p:spPr>
            <a:xfrm>
              <a:off x="-377640" y="342684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64" name="Line 5"/>
            <p:cNvSpPr/>
            <p:nvPr/>
          </p:nvSpPr>
          <p:spPr>
            <a:xfrm>
              <a:off x="-377640" y="76248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65" name="Line 6"/>
            <p:cNvSpPr/>
            <p:nvPr/>
          </p:nvSpPr>
          <p:spPr>
            <a:xfrm>
              <a:off x="-377640" y="63046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66" name="Line 7"/>
            <p:cNvSpPr/>
            <p:nvPr/>
          </p:nvSpPr>
          <p:spPr>
            <a:xfrm>
              <a:off x="-377640" y="62370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67" name="Line 8"/>
            <p:cNvSpPr/>
            <p:nvPr/>
          </p:nvSpPr>
          <p:spPr>
            <a:xfrm>
              <a:off x="-377640" y="67744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68" name="Line 9"/>
            <p:cNvSpPr/>
            <p:nvPr/>
          </p:nvSpPr>
          <p:spPr>
            <a:xfrm flipH="1">
              <a:off x="60940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9" name="Line 10"/>
            <p:cNvSpPr/>
            <p:nvPr/>
          </p:nvSpPr>
          <p:spPr>
            <a:xfrm>
              <a:off x="-377640" y="61920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70" name="Line 11"/>
            <p:cNvSpPr/>
            <p:nvPr/>
          </p:nvSpPr>
          <p:spPr>
            <a:xfrm>
              <a:off x="-377640" y="202032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71" name="Line 12"/>
            <p:cNvSpPr/>
            <p:nvPr/>
          </p:nvSpPr>
          <p:spPr>
            <a:xfrm>
              <a:off x="-377640" y="48312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</p:sp>
        <p:sp>
          <p:nvSpPr>
            <p:cNvPr id="72" name="Line 13"/>
            <p:cNvSpPr/>
            <p:nvPr/>
          </p:nvSpPr>
          <p:spPr>
            <a:xfrm flipH="1">
              <a:off x="141840" y="-384840"/>
              <a:ext cx="72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3" name="Line 14"/>
            <p:cNvSpPr/>
            <p:nvPr/>
          </p:nvSpPr>
          <p:spPr>
            <a:xfrm flipH="1">
              <a:off x="1203984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78" name="CustomShape 19"/>
          <p:cNvSpPr/>
          <p:nvPr/>
        </p:nvSpPr>
        <p:spPr>
          <a:xfrm>
            <a:off x="11536200" y="6300360"/>
            <a:ext cx="1400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|</a:t>
            </a:r>
            <a:endParaRPr lang="de-DE" sz="800" b="0" strike="noStrike" spc="-1">
              <a:latin typeface="Calibri"/>
            </a:endParaRPr>
          </a:p>
        </p:txBody>
      </p:sp>
      <p:sp>
        <p:nvSpPr>
          <p:cNvPr id="79" name="CustomShape 20"/>
          <p:cNvSpPr/>
          <p:nvPr/>
        </p:nvSpPr>
        <p:spPr>
          <a:xfrm>
            <a:off x="10779120" y="6300360"/>
            <a:ext cx="1400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|</a:t>
            </a:r>
            <a:endParaRPr lang="de-DE" sz="800" b="0" strike="noStrike" spc="-1">
              <a:latin typeface="Calibri"/>
            </a:endParaRPr>
          </a:p>
        </p:txBody>
      </p:sp>
      <p:pic>
        <p:nvPicPr>
          <p:cNvPr id="80" name="Bild 18"/>
          <p:cNvPicPr/>
          <p:nvPr/>
        </p:nvPicPr>
        <p:blipFill>
          <a:blip r:embed="rId15"/>
          <a:stretch/>
        </p:blipFill>
        <p:spPr>
          <a:xfrm>
            <a:off x="324000" y="306000"/>
            <a:ext cx="969840" cy="157320"/>
          </a:xfrm>
          <a:prstGeom prst="rect">
            <a:avLst/>
          </a:prstGeom>
          <a:ln>
            <a:noFill/>
          </a:ln>
        </p:spPr>
      </p:pic>
      <p:pic>
        <p:nvPicPr>
          <p:cNvPr id="81" name="Picture 8"/>
          <p:cNvPicPr/>
          <p:nvPr/>
        </p:nvPicPr>
        <p:blipFill>
          <a:blip r:embed="rId16"/>
          <a:stretch/>
        </p:blipFill>
        <p:spPr>
          <a:xfrm>
            <a:off x="321840" y="6397560"/>
            <a:ext cx="1234440" cy="293040"/>
          </a:xfrm>
          <a:prstGeom prst="rect">
            <a:avLst/>
          </a:prstGeom>
          <a:ln>
            <a:noFill/>
          </a:ln>
        </p:spPr>
      </p:pic>
      <p:sp>
        <p:nvSpPr>
          <p:cNvPr id="82" name="PlaceHolder 2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de-DE" sz="4400" b="0" strike="noStrike" spc="-1">
                <a:latin typeface="Calibri"/>
              </a:rPr>
              <a:t>Click to edit the title text format</a:t>
            </a:r>
          </a:p>
        </p:txBody>
      </p:sp>
      <p:sp>
        <p:nvSpPr>
          <p:cNvPr id="83" name="PlaceHolder 2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strike="noStrike" spc="-1"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strike="noStrike" spc="-1"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70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2.jpeg"/><Relationship Id="rId5" Type="http://schemas.openxmlformats.org/officeDocument/2006/relationships/image" Target="../media/image3.jpe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34" b="432"/>
          <a:stretch>
            <a:fillRect/>
          </a:stretch>
        </p:blipFill>
        <p:spPr>
          <a:xfrm>
            <a:off x="731552" y="1016000"/>
            <a:ext cx="10724135" cy="5256000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51" y="2233537"/>
            <a:ext cx="7828555" cy="326443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4378" y="4166886"/>
            <a:ext cx="4223110" cy="104172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Teufen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Till Häussner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project presentation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Mzimba District Health Office, Malawi</a:t>
            </a: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F07C3162-2753-EE68-4CD3-E93ACC4976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006" y="345057"/>
            <a:ext cx="1391854" cy="350782"/>
          </a:xfrm>
          <a:prstGeom prst="rect">
            <a:avLst/>
          </a:prstGeom>
        </p:spPr>
      </p:pic>
      <p:sp>
        <p:nvSpPr>
          <p:cNvPr id="10" name="CustomShape 4">
            <a:extLst>
              <a:ext uri="{FF2B5EF4-FFF2-40B4-BE49-F238E27FC236}">
                <a16:creationId xmlns:a16="http://schemas.microsoft.com/office/drawing/2014/main" id="{CDEF5623-358F-AA24-4A4A-4E069C364C9D}"/>
              </a:ext>
            </a:extLst>
          </p:cNvPr>
          <p:cNvSpPr/>
          <p:nvPr/>
        </p:nvSpPr>
        <p:spPr>
          <a:xfrm>
            <a:off x="10569345" y="6306725"/>
            <a:ext cx="1307114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 July 2025</a:t>
            </a:r>
            <a:endParaRPr lang="en-US" sz="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green and white logo&#10;&#10;AI-generated content may be incorrect.">
            <a:extLst>
              <a:ext uri="{FF2B5EF4-FFF2-40B4-BE49-F238E27FC236}">
                <a16:creationId xmlns:a16="http://schemas.microsoft.com/office/drawing/2014/main" id="{54C00DD5-E4C1-8207-9FD8-1D1E436039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855" y="241974"/>
            <a:ext cx="2755306" cy="559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02F1B84-2230-8BE4-78E0-23A57BDCBD77}"/>
              </a:ext>
            </a:extLst>
          </p:cNvPr>
          <p:cNvGrpSpPr/>
          <p:nvPr/>
        </p:nvGrpSpPr>
        <p:grpSpPr>
          <a:xfrm>
            <a:off x="8841157" y="159368"/>
            <a:ext cx="2614530" cy="722155"/>
            <a:chOff x="6989541" y="3673358"/>
            <a:chExt cx="4704160" cy="1299328"/>
          </a:xfrm>
        </p:grpSpPr>
        <p:pic>
          <p:nvPicPr>
            <p:cNvPr id="5" name="Picture 4" descr="A logo of a university&#10;&#10;AI-generated content may be incorrect.">
              <a:extLst>
                <a:ext uri="{FF2B5EF4-FFF2-40B4-BE49-F238E27FC236}">
                  <a16:creationId xmlns:a16="http://schemas.microsoft.com/office/drawing/2014/main" id="{F7AB441E-CCF5-9E28-AFDD-4FBC4ABB7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967"/>
            <a:stretch>
              <a:fillRect/>
            </a:stretch>
          </p:blipFill>
          <p:spPr bwMode="auto">
            <a:xfrm>
              <a:off x="7837804" y="3891280"/>
              <a:ext cx="3855897" cy="10814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 descr="A logo of a university&#10;&#10;AI-generated content may be incorrect.">
              <a:extLst>
                <a:ext uri="{FF2B5EF4-FFF2-40B4-BE49-F238E27FC236}">
                  <a16:creationId xmlns:a16="http://schemas.microsoft.com/office/drawing/2014/main" id="{E83C4F3E-ABB3-5906-E4D2-623FECC81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65" t="5477" r="35623" b="39233"/>
            <a:stretch>
              <a:fillRect/>
            </a:stretch>
          </p:blipFill>
          <p:spPr bwMode="auto">
            <a:xfrm>
              <a:off x="6989541" y="3673358"/>
              <a:ext cx="989964" cy="12993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0D873C7-BBCD-4B49-D011-868DA1217E1F}"/>
              </a:ext>
            </a:extLst>
          </p:cNvPr>
          <p:cNvSpPr txBox="1"/>
          <p:nvPr/>
        </p:nvSpPr>
        <p:spPr>
          <a:xfrm>
            <a:off x="1135968" y="2600047"/>
            <a:ext cx="7280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and Device Data Collection in Healthcare Facilities in Malawi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606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206AA-BF6A-953C-E1EC-14F05631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4">
            <a:extLst>
              <a:ext uri="{FF2B5EF4-FFF2-40B4-BE49-F238E27FC236}">
                <a16:creationId xmlns:a16="http://schemas.microsoft.com/office/drawing/2014/main" id="{A1F508E1-F906-E2CA-4F71-CFD0177E943A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de-DE" sz="800" b="0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2</a:t>
            </a:fld>
            <a:endParaRPr lang="de-DE" sz="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845BE61F-1554-CCB8-8525-345CD04C4997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F005FC60-66B6-3ED4-A5A5-1F32B515E693}"/>
              </a:ext>
            </a:extLst>
          </p:cNvPr>
          <p:cNvSpPr/>
          <p:nvPr/>
        </p:nvSpPr>
        <p:spPr bwMode="auto">
          <a:xfrm>
            <a:off x="2634830" y="614663"/>
            <a:ext cx="2306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79ED55D8-76DD-2EDE-6630-199C4D6BB5FA}"/>
              </a:ext>
            </a:extLst>
          </p:cNvPr>
          <p:cNvSpPr/>
          <p:nvPr/>
        </p:nvSpPr>
        <p:spPr bwMode="auto">
          <a:xfrm>
            <a:off x="4941000" y="614663"/>
            <a:ext cx="2340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0536AAA4-160F-A8E0-359C-397C39500176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EF6D0E37-848C-7280-95D2-481CE59984CE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stomShape 5">
            <a:extLst>
              <a:ext uri="{FF2B5EF4-FFF2-40B4-BE49-F238E27FC236}">
                <a16:creationId xmlns:a16="http://schemas.microsoft.com/office/drawing/2014/main" id="{2CAC43A1-B0E5-F6CE-5B63-83A800A5ED58}"/>
              </a:ext>
            </a:extLst>
          </p:cNvPr>
          <p:cNvSpPr/>
          <p:nvPr/>
        </p:nvSpPr>
        <p:spPr>
          <a:xfrm>
            <a:off x="555413" y="1151295"/>
            <a:ext cx="11300994" cy="5372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CH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800" b="1" strike="noStrike" spc="-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E7CA739B-6E1B-1CD2-29D9-8BC5745AB9E5}"/>
              </a:ext>
            </a:extLst>
          </p:cNvPr>
          <p:cNvSpPr/>
          <p:nvPr/>
        </p:nvSpPr>
        <p:spPr>
          <a:xfrm>
            <a:off x="10569345" y="6306725"/>
            <a:ext cx="1307114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July 2025</a:t>
            </a:r>
            <a:endParaRPr lang="en-US" sz="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E3C0B7-F39A-B567-A560-BB915D49DA33}"/>
              </a:ext>
            </a:extLst>
          </p:cNvPr>
          <p:cNvSpPr txBox="1"/>
          <p:nvPr/>
        </p:nvSpPr>
        <p:spPr>
          <a:xfrm>
            <a:off x="6458470" y="2074026"/>
            <a:ext cx="4913523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Donated energy systems lack long-term support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E94D4F-7AE7-9AD0-260E-00466D2BEEB2}"/>
              </a:ext>
            </a:extLst>
          </p:cNvPr>
          <p:cNvSpPr txBox="1"/>
          <p:nvPr/>
        </p:nvSpPr>
        <p:spPr>
          <a:xfrm>
            <a:off x="6458467" y="3397466"/>
            <a:ext cx="4913523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accountable for operations &amp; maintenance varies and is sometimes unclear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42C3DE-C212-5887-7FD7-614DCA3121F3}"/>
              </a:ext>
            </a:extLst>
          </p:cNvPr>
          <p:cNvSpPr txBox="1"/>
          <p:nvPr/>
        </p:nvSpPr>
        <p:spPr>
          <a:xfrm>
            <a:off x="6458467" y="5090238"/>
            <a:ext cx="4913523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nergy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 </a:t>
            </a:r>
            <a:r>
              <a:rPr lang="en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insufficient or poorly maintained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DCCFB0-2918-C5F5-FBCC-88151628BF8B}"/>
              </a:ext>
            </a:extLst>
          </p:cNvPr>
          <p:cNvCxnSpPr/>
          <p:nvPr/>
        </p:nvCxnSpPr>
        <p:spPr>
          <a:xfrm>
            <a:off x="6093619" y="1766809"/>
            <a:ext cx="0" cy="4461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87008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B41FB-387B-393A-5623-035D6B0CE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4">
            <a:extLst>
              <a:ext uri="{FF2B5EF4-FFF2-40B4-BE49-F238E27FC236}">
                <a16:creationId xmlns:a16="http://schemas.microsoft.com/office/drawing/2014/main" id="{011941FD-2365-1106-48D3-27434902D1FC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de-DE" sz="800" b="0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3</a:t>
            </a:fld>
            <a:endParaRPr lang="de-DE" sz="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C02923FE-1F0A-0AFF-147D-C1513E537973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428C51B4-D307-CF16-7ABA-EAAF98B57666}"/>
              </a:ext>
            </a:extLst>
          </p:cNvPr>
          <p:cNvSpPr/>
          <p:nvPr/>
        </p:nvSpPr>
        <p:spPr bwMode="auto">
          <a:xfrm>
            <a:off x="2634830" y="614663"/>
            <a:ext cx="2306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09B7D431-B687-E750-8423-E788D6919BE3}"/>
              </a:ext>
            </a:extLst>
          </p:cNvPr>
          <p:cNvSpPr/>
          <p:nvPr/>
        </p:nvSpPr>
        <p:spPr bwMode="auto">
          <a:xfrm>
            <a:off x="4941000" y="614663"/>
            <a:ext cx="2340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8216B9F7-9641-EC97-2357-A954002179D6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6CA07425-C448-5DE8-35F2-893AA752BA83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stomShape 5">
            <a:extLst>
              <a:ext uri="{FF2B5EF4-FFF2-40B4-BE49-F238E27FC236}">
                <a16:creationId xmlns:a16="http://schemas.microsoft.com/office/drawing/2014/main" id="{598F8ACF-F033-66FA-3323-57B6816F86F4}"/>
              </a:ext>
            </a:extLst>
          </p:cNvPr>
          <p:cNvSpPr/>
          <p:nvPr/>
        </p:nvSpPr>
        <p:spPr>
          <a:xfrm>
            <a:off x="555413" y="1151295"/>
            <a:ext cx="11300994" cy="5372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CH" sz="2800" b="1" strike="noStrike" spc="-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 &amp; Maintenance of Energy Systems in Malawi</a:t>
            </a:r>
            <a:endParaRPr lang="en-US" sz="2800" b="1" strike="noStrike" spc="-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5E766FEB-BD3D-454B-255F-ED6F6B424A93}"/>
              </a:ext>
            </a:extLst>
          </p:cNvPr>
          <p:cNvSpPr/>
          <p:nvPr/>
        </p:nvSpPr>
        <p:spPr>
          <a:xfrm>
            <a:off x="10569345" y="6306725"/>
            <a:ext cx="1307114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July 2025</a:t>
            </a:r>
            <a:endParaRPr lang="en-US" sz="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974D00-4E5C-7DAC-E018-C41F1399B07C}"/>
              </a:ext>
            </a:extLst>
          </p:cNvPr>
          <p:cNvSpPr txBox="1"/>
          <p:nvPr/>
        </p:nvSpPr>
        <p:spPr>
          <a:xfrm>
            <a:off x="555414" y="1868331"/>
            <a:ext cx="110693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CH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systems in </a:t>
            </a:r>
            <a:r>
              <a:rPr lang="en-CH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HCF in sub-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CH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aharan</a:t>
            </a:r>
            <a:r>
              <a:rPr lang="en-CH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Africa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often lack sufficient capacity or </a:t>
            </a:r>
            <a:r>
              <a:rPr kumimoji="0" lang="en-CH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underfunded </a:t>
            </a:r>
            <a:r>
              <a:rPr lang="en-CH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operations &amp;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r>
              <a:rPr kumimoji="0" lang="en-CH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(O&amp;M)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CH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(UNICEF, 2018)</a:t>
            </a:r>
            <a:endParaRPr lang="en-CH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CH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74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 of all health financing in Malawi comes from donors</a:t>
            </a:r>
            <a:r>
              <a:rPr lang="en-CH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volatility of donor funding contributes to a weakness in organizing </a:t>
            </a:r>
            <a:r>
              <a:rPr lang="en-CH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support.</a:t>
            </a: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da-DK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(Borghi et al., 2018)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load management leads to frequent disconnects, unmet priority needs, and reduced medical equipment functionality.</a:t>
            </a:r>
            <a:endParaRPr kumimoji="0" lang="en-CH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a-DK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(Ngongoma et al., 2025; Suhlrie et al., 2018)</a:t>
            </a:r>
            <a:endParaRPr lang="en-CH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17537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F407A"/>
      </a:accent1>
      <a:accent2>
        <a:srgbClr val="435F8F"/>
      </a:accent2>
      <a:accent3>
        <a:srgbClr val="677DA5"/>
      </a:accent3>
      <a:accent4>
        <a:srgbClr val="8B9CBA"/>
      </a:accent4>
      <a:accent5>
        <a:srgbClr val="AEBACF"/>
      </a:accent5>
      <a:accent6>
        <a:srgbClr val="D2D9E4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F407A"/>
      </a:accent1>
      <a:accent2>
        <a:srgbClr val="435F8F"/>
      </a:accent2>
      <a:accent3>
        <a:srgbClr val="677DA5"/>
      </a:accent3>
      <a:accent4>
        <a:srgbClr val="8B9CBA"/>
      </a:accent4>
      <a:accent5>
        <a:srgbClr val="AEBACF"/>
      </a:accent5>
      <a:accent6>
        <a:srgbClr val="D2D9E4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F407A"/>
      </a:accent1>
      <a:accent2>
        <a:srgbClr val="435F8F"/>
      </a:accent2>
      <a:accent3>
        <a:srgbClr val="677DA5"/>
      </a:accent3>
      <a:accent4>
        <a:srgbClr val="8B9CBA"/>
      </a:accent4>
      <a:accent5>
        <a:srgbClr val="AEBACF"/>
      </a:accent5>
      <a:accent6>
        <a:srgbClr val="D2D9E4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eth_praesentation_16zu9_ETH1</Template>
  <TotalTime>0</TotalTime>
  <Words>181</Words>
  <Application>Microsoft Office PowerPoint</Application>
  <PresentationFormat>Custom</PresentationFormat>
  <Paragraphs>36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MT2DpgdlXV@student.ethz.ch</dc:creator>
  <dc:description/>
  <cp:lastModifiedBy>Teufen  Gian</cp:lastModifiedBy>
  <cp:revision>395</cp:revision>
  <cp:lastPrinted>2013-06-08T11:22:51Z</cp:lastPrinted>
  <dcterms:created xsi:type="dcterms:W3CDTF">2019-10-05T17:13:10Z</dcterms:created>
  <dcterms:modified xsi:type="dcterms:W3CDTF">2025-07-27T15:41:34Z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6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